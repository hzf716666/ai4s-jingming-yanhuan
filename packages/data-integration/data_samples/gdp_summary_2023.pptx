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2023年GDP数据汇总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区域经济分析报告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各省市GDP（2023年）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572000"/>
              </a:tblGrid>
              <a:tr h="609600">
                <a:tc>
                  <a:txBody>
                    <a:bodyPr/>
                    <a:lstStyle/>
                    <a:p>
                      <a:r>
                        <a:t>地区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GDP（亿元）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北京市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43760.7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上海市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47218.7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广东省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135673.2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江苏省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128222.2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浙江省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82553.4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